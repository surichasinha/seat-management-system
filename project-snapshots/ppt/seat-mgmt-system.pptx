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1"/>
  </p:notesMasterIdLst>
  <p:handoutMasterIdLst>
    <p:handoutMasterId r:id="rId12"/>
  </p:handoutMasterIdLst>
  <p:sldIdLst>
    <p:sldId id="410" r:id="rId5"/>
    <p:sldId id="383" r:id="rId6"/>
    <p:sldId id="391" r:id="rId7"/>
    <p:sldId id="408" r:id="rId8"/>
    <p:sldId id="411" r:id="rId9"/>
    <p:sldId id="39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6327" autoAdjust="0"/>
  </p:normalViewPr>
  <p:slideViewPr>
    <p:cSldViewPr snapToGrid="0">
      <p:cViewPr>
        <p:scale>
          <a:sx n="80" d="100"/>
          <a:sy n="80" d="100"/>
        </p:scale>
        <p:origin x="60" y="1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30691-0275-C1D7-5DD5-7611DA07D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5CEE1-3B4C-DD88-1C54-9D537FE94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A18E9-8663-52B7-2CB4-5522CB7BB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9769-E63D-BC94-A7D7-228BC6D57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133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Seat</a:t>
            </a:r>
            <a:br>
              <a:rPr lang="en-US" dirty="0"/>
            </a:br>
            <a:r>
              <a:rPr lang="en-US" dirty="0"/>
              <a:t>Management</a:t>
            </a:r>
            <a:br>
              <a:rPr lang="en-US" dirty="0"/>
            </a:br>
            <a:r>
              <a:rPr lang="en-US" dirty="0"/>
              <a:t>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358C8-6D7F-16D4-0505-F58C93081473}"/>
              </a:ext>
            </a:extLst>
          </p:cNvPr>
          <p:cNvSpPr txBox="1"/>
          <p:nvPr/>
        </p:nvSpPr>
        <p:spPr>
          <a:xfrm>
            <a:off x="7426519" y="4158532"/>
            <a:ext cx="321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/>
          <a:lstStyle/>
          <a:p>
            <a:r>
              <a:rPr lang="en-US" dirty="0"/>
              <a:t>Tech Stacks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04758" y="2376654"/>
            <a:ext cx="3358073" cy="3709987"/>
          </a:xfrm>
        </p:spPr>
        <p:txBody>
          <a:bodyPr tIns="457200">
            <a:normAutofit lnSpcReduction="10000"/>
          </a:bodyPr>
          <a:lstStyle/>
          <a:p>
            <a:r>
              <a:rPr lang="en-US" dirty="0"/>
              <a:t>Frontend</a:t>
            </a:r>
          </a:p>
          <a:p>
            <a:pPr lvl="1"/>
            <a:r>
              <a:rPr lang="en-US" dirty="0"/>
              <a:t>React.js</a:t>
            </a:r>
          </a:p>
          <a:p>
            <a:pPr lvl="1"/>
            <a:r>
              <a:rPr lang="en-US" dirty="0"/>
              <a:t>Tailwind CSS</a:t>
            </a:r>
          </a:p>
          <a:p>
            <a:pPr lvl="1"/>
            <a:r>
              <a:rPr lang="en-US" dirty="0"/>
              <a:t>Axios</a:t>
            </a:r>
          </a:p>
          <a:p>
            <a:pPr marL="402336" lvl="1" indent="0">
              <a:buNone/>
            </a:pPr>
            <a:endParaRPr lang="en-US" dirty="0"/>
          </a:p>
          <a:p>
            <a:r>
              <a:rPr lang="en-US" dirty="0"/>
              <a:t>Backend</a:t>
            </a:r>
          </a:p>
          <a:p>
            <a:pPr lvl="1"/>
            <a:r>
              <a:rPr lang="en-US" dirty="0"/>
              <a:t>Node.js</a:t>
            </a:r>
          </a:p>
          <a:p>
            <a:pPr lvl="1"/>
            <a:r>
              <a:rPr lang="en-US" dirty="0"/>
              <a:t>Express</a:t>
            </a:r>
          </a:p>
          <a:p>
            <a:pPr lvl="1"/>
            <a:r>
              <a:rPr lang="en-US" dirty="0"/>
              <a:t>JWT Authentication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6DBD93E-9C53-9AC3-A536-40BEC2A39204}"/>
              </a:ext>
            </a:extLst>
          </p:cNvPr>
          <p:cNvSpPr txBox="1">
            <a:spLocks/>
          </p:cNvSpPr>
          <p:nvPr/>
        </p:nvSpPr>
        <p:spPr>
          <a:xfrm>
            <a:off x="5068970" y="3306955"/>
            <a:ext cx="3040021" cy="3709987"/>
          </a:xfrm>
          <a:prstGeom prst="rect">
            <a:avLst/>
          </a:prstGeom>
        </p:spPr>
        <p:txBody>
          <a:bodyPr vert="horz" lIns="0" tIns="457200" rIns="0" bIns="0" rtlCol="0">
            <a:normAutofit/>
          </a:bodyPr>
          <a:lstStyle>
            <a:lvl1pPr marL="283464" indent="-283464" algn="l" defTabSz="914400" rtl="0" eaLnBrk="1" latinLnBrk="0" hangingPunct="1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Database</a:t>
            </a:r>
          </a:p>
          <a:p>
            <a:pPr lvl="1"/>
            <a:r>
              <a:rPr lang="en-US" dirty="0"/>
              <a:t>MongoDB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281238"/>
            <a:ext cx="7810500" cy="3700462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80D2121-DC37-D81C-F7DE-0F9EAF523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24" y="2751445"/>
            <a:ext cx="4160333" cy="3578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742522-4B43-0883-8EC4-56BCFB589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860" y="273158"/>
            <a:ext cx="3774682" cy="20080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E835C9-58CF-51C2-CFFF-63CA40D9EA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1229" y="2751445"/>
            <a:ext cx="4265709" cy="363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-310267"/>
            <a:ext cx="9778365" cy="1494596"/>
          </a:xfrm>
        </p:spPr>
        <p:txBody>
          <a:bodyPr/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4490827" cy="359747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FC7B50-71A6-D8BE-C032-5EB4CF5706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81898" y="2676525"/>
            <a:ext cx="4490827" cy="359747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E2E137-79CE-E6A8-FC46-0F483B0E8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576" y="1422867"/>
            <a:ext cx="8658970" cy="487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FD313-05A8-4D07-62EC-84DB88177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53A1-993D-9E40-3DA7-2F27A9DBF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-310267"/>
            <a:ext cx="9778365" cy="1494596"/>
          </a:xfrm>
        </p:spPr>
        <p:txBody>
          <a:bodyPr/>
          <a:lstStyle/>
          <a:p>
            <a:r>
              <a:rPr lang="en-US" dirty="0"/>
              <a:t>Confirm Booking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9BD13-03C9-8E64-78E9-E575348ED24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4490827" cy="359747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171333-A610-4DAC-61E3-D041D09669C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81898" y="2676525"/>
            <a:ext cx="4490827" cy="359747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01E260-5435-6325-747B-2444BA9E3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803" y="1395448"/>
            <a:ext cx="8658970" cy="4878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468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60" y="4549552"/>
            <a:ext cx="5486400" cy="1645920"/>
          </a:xfrm>
        </p:spPr>
        <p:txBody>
          <a:bodyPr/>
          <a:lstStyle/>
          <a:p>
            <a:r>
              <a:rPr lang="en-US" dirty="0"/>
              <a:t>By</a:t>
            </a:r>
            <a:br>
              <a:rPr lang="en-US" dirty="0"/>
            </a:br>
            <a:r>
              <a:rPr lang="en-US" dirty="0"/>
              <a:t>Suricha Sinha</a:t>
            </a:r>
          </a:p>
          <a:p>
            <a:r>
              <a:rPr lang="en-US" dirty="0"/>
              <a:t>[12320713]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Geometric annual presentation</Template>
  <TotalTime>27</TotalTime>
  <Words>42</Words>
  <Application>Microsoft Office PowerPoint</Application>
  <PresentationFormat>Widescreen</PresentationFormat>
  <Paragraphs>25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Franklin Gothic Book</vt:lpstr>
      <vt:lpstr>Franklin Gothic Demi</vt:lpstr>
      <vt:lpstr>Custom</vt:lpstr>
      <vt:lpstr>Seat Management System</vt:lpstr>
      <vt:lpstr>Tech Stacks</vt:lpstr>
      <vt:lpstr>Collections</vt:lpstr>
      <vt:lpstr>Dashboard</vt:lpstr>
      <vt:lpstr>Confirm Booking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Suricha Sinha</dc:creator>
  <cp:lastModifiedBy>Suricha Sinha</cp:lastModifiedBy>
  <cp:revision>1</cp:revision>
  <dcterms:created xsi:type="dcterms:W3CDTF">2026-02-26T09:45:24Z</dcterms:created>
  <dcterms:modified xsi:type="dcterms:W3CDTF">2026-02-26T10:12:47Z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