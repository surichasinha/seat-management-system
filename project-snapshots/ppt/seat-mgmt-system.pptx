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91" r:id="rId7"/>
    <p:sldId id="408" r:id="rId8"/>
    <p:sldId id="414" r:id="rId9"/>
    <p:sldId id="413" r:id="rId10"/>
    <p:sldId id="411" r:id="rId11"/>
    <p:sldId id="412" r:id="rId12"/>
    <p:sldId id="3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327" autoAdjust="0"/>
  </p:normalViewPr>
  <p:slideViewPr>
    <p:cSldViewPr snapToGrid="0">
      <p:cViewPr>
        <p:scale>
          <a:sx n="80" d="100"/>
          <a:sy n="80" d="100"/>
        </p:scale>
        <p:origin x="60" y="1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C822-F857-FEDA-7646-C89102D7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BB8E1-990E-D907-3374-1F0DF635E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C8855-3FCC-EB88-08E6-968C23AF3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E4A54-8D81-2CD5-CF67-9F8E57CF2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17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21808-48B5-5CAA-A7DC-7039B37D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CF604-E2A5-1798-F902-DE800BDF1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F17F4-B90A-9889-5EF1-089FF0C10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07A27-5D7A-397C-A614-F3490FC35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897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0691-0275-C1D7-5DD5-7611DA07D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5CEE1-3B4C-DD88-1C54-9D537FE94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A18E9-8663-52B7-2CB4-5522CB7BB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49769-E63D-BC94-A7D7-228BC6D57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133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BF0D-ABA8-6851-FD74-C3EEA1A3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620F6-24A5-3E46-D4BA-C88CC1EC9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F5904-E13B-F7D8-4BE5-E31523F9D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B3923-F3FB-A922-F699-02EC0E83B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39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Seat</a:t>
            </a:r>
            <a:br>
              <a:rPr lang="en-US" dirty="0"/>
            </a:br>
            <a:r>
              <a:rPr lang="en-US" dirty="0"/>
              <a:t>Management</a:t>
            </a:r>
            <a:br>
              <a:rPr lang="en-US" dirty="0"/>
            </a:br>
            <a:r>
              <a:rPr lang="en-US" dirty="0"/>
              <a:t>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358C8-6D7F-16D4-0505-F58C93081473}"/>
              </a:ext>
            </a:extLst>
          </p:cNvPr>
          <p:cNvSpPr txBox="1"/>
          <p:nvPr/>
        </p:nvSpPr>
        <p:spPr>
          <a:xfrm>
            <a:off x="7426519" y="4158532"/>
            <a:ext cx="3212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By</a:t>
            </a:r>
          </a:p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Suricha Sinha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Tech Stacks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68970" y="2885537"/>
            <a:ext cx="4528254" cy="3709987"/>
          </a:xfrm>
        </p:spPr>
        <p:txBody>
          <a:bodyPr tIns="457200">
            <a:normAutofit/>
          </a:bodyPr>
          <a:lstStyle/>
          <a:p>
            <a:pPr marL="0" indent="0">
              <a:buNone/>
            </a:pPr>
            <a:r>
              <a:rPr lang="en-US" dirty="0"/>
              <a:t>A deterministic, policy-enforced seat allocation engine that combines algorithm-driven batch rotation with dynamic seat reallocation to optimize hybrid workforce utilization at scale.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6DBD93E-9C53-9AC3-A536-40BEC2A39204}"/>
              </a:ext>
            </a:extLst>
          </p:cNvPr>
          <p:cNvSpPr txBox="1">
            <a:spLocks/>
          </p:cNvSpPr>
          <p:nvPr/>
        </p:nvSpPr>
        <p:spPr>
          <a:xfrm>
            <a:off x="5068970" y="3306955"/>
            <a:ext cx="3040021" cy="3709987"/>
          </a:xfrm>
          <a:prstGeom prst="rect">
            <a:avLst/>
          </a:prstGeom>
        </p:spPr>
        <p:txBody>
          <a:bodyPr vert="horz" lIns="0" tIns="4572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FD168C6-8C7C-F5BA-959E-9CDACDD7F4B3}"/>
              </a:ext>
            </a:extLst>
          </p:cNvPr>
          <p:cNvSpPr txBox="1">
            <a:spLocks/>
          </p:cNvSpPr>
          <p:nvPr/>
        </p:nvSpPr>
        <p:spPr>
          <a:xfrm>
            <a:off x="6358731" y="1407743"/>
            <a:ext cx="1948732" cy="159350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USP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5F3326E-0A51-92FD-E1C6-F7C309A2406B}"/>
              </a:ext>
            </a:extLst>
          </p:cNvPr>
          <p:cNvSpPr txBox="1">
            <a:spLocks/>
          </p:cNvSpPr>
          <p:nvPr/>
        </p:nvSpPr>
        <p:spPr>
          <a:xfrm>
            <a:off x="746760" y="2441589"/>
            <a:ext cx="3358073" cy="3709987"/>
          </a:xfrm>
          <a:prstGeom prst="rect">
            <a:avLst/>
          </a:prstGeom>
        </p:spPr>
        <p:txBody>
          <a:bodyPr vert="horz" lIns="0" tIns="457200" rIns="0" bIns="0" rtlCol="0">
            <a:normAutofit fontScale="92500" lnSpcReduction="20000"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Frontend</a:t>
            </a:r>
          </a:p>
          <a:p>
            <a:pPr lvl="1"/>
            <a:r>
              <a:rPr lang="en-US" dirty="0"/>
              <a:t>React.js</a:t>
            </a:r>
          </a:p>
          <a:p>
            <a:pPr lvl="1"/>
            <a:r>
              <a:rPr lang="en-US" dirty="0"/>
              <a:t>Tailwind CSS</a:t>
            </a:r>
          </a:p>
          <a:p>
            <a:pPr lvl="1"/>
            <a:r>
              <a:rPr lang="en-US" dirty="0"/>
              <a:t>Axios</a:t>
            </a:r>
          </a:p>
          <a:p>
            <a:r>
              <a:rPr lang="en-US" dirty="0"/>
              <a:t>Backend</a:t>
            </a:r>
          </a:p>
          <a:p>
            <a:pPr lvl="1"/>
            <a:r>
              <a:rPr lang="en-US" dirty="0"/>
              <a:t>Node.js</a:t>
            </a:r>
          </a:p>
          <a:p>
            <a:pPr lvl="1"/>
            <a:r>
              <a:rPr lang="en-US" dirty="0"/>
              <a:t>Express</a:t>
            </a:r>
          </a:p>
          <a:p>
            <a:pPr lvl="1"/>
            <a:r>
              <a:rPr lang="en-US" dirty="0"/>
              <a:t>JWT Authentication</a:t>
            </a:r>
          </a:p>
          <a:p>
            <a:r>
              <a:rPr lang="en-US" dirty="0"/>
              <a:t>Database</a:t>
            </a:r>
          </a:p>
          <a:p>
            <a:pPr lvl="1"/>
            <a:r>
              <a:rPr lang="en-US" dirty="0"/>
              <a:t>MongoDB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402336" lvl="1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80D2121-DC37-D81C-F7DE-0F9EAF523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24" y="2751445"/>
            <a:ext cx="4160333" cy="3578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742522-4B43-0883-8EC4-56BCFB589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860" y="273158"/>
            <a:ext cx="3774682" cy="2008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E835C9-58CF-51C2-CFFF-63CA40D9E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1229" y="2751445"/>
            <a:ext cx="4265709" cy="363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-310267"/>
            <a:ext cx="9778365" cy="1494596"/>
          </a:xfrm>
        </p:spPr>
        <p:txBody>
          <a:bodyPr/>
          <a:lstStyle/>
          <a:p>
            <a:r>
              <a:rPr lang="en-US" dirty="0"/>
              <a:t>Sign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E39607-5928-A5D1-9FE8-D56D52B5F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373" y="1332302"/>
            <a:ext cx="8771049" cy="494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701E-A4EA-AA38-7F77-6D4A4139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C361-F0E4-C2C6-C28C-68D23D503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-310267"/>
            <a:ext cx="9778365" cy="1494596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6BA7D-B34D-CE4D-2229-1136902E4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AF753-2BB5-3987-4E71-28E5AD4FEB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EDE240-DDF1-C55F-81EF-0E51BD0CA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964" y="1184329"/>
            <a:ext cx="9351495" cy="526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6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4FE7D-436A-F157-D0C9-CDE32DC3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7E33-9E58-7909-DEA3-9F248228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-310267"/>
            <a:ext cx="9778365" cy="1494596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8DC8B-E658-9E98-D3A8-889CD26E6C3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150AB-45E8-A7AD-AF80-A826FF6E97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01EC49-EB23-D2E4-AC9F-E66BD0E1F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785" y="1184329"/>
            <a:ext cx="9232225" cy="520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11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D313-05A8-4D07-62EC-84DB88177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53A1-993D-9E40-3DA7-2F27A9DB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-310267"/>
            <a:ext cx="9778365" cy="1494596"/>
          </a:xfrm>
        </p:spPr>
        <p:txBody>
          <a:bodyPr/>
          <a:lstStyle/>
          <a:p>
            <a:r>
              <a:rPr lang="en-US" dirty="0"/>
              <a:t>Confirm Booking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9BD13-03C9-8E64-78E9-E575348ED24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71333-A610-4DAC-61E3-D041D09669C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01E260-5435-6325-747B-2444BA9E3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803" y="1395448"/>
            <a:ext cx="8658970" cy="487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6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C96A0-DB6F-6CA0-8A21-39900AF6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469C-DA2D-1C75-BA28-A0AB77469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-310267"/>
            <a:ext cx="9778365" cy="1494596"/>
          </a:xfrm>
        </p:spPr>
        <p:txBody>
          <a:bodyPr/>
          <a:lstStyle/>
          <a:p>
            <a:r>
              <a:rPr lang="en-US" dirty="0"/>
              <a:t>Bookings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FC348-15A0-AB2C-2E43-E61D9F86515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20882-C8FE-AEA4-79AC-89BE922D169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63CD-B054-ABC2-AA7C-76E748DC8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494" y="1241108"/>
            <a:ext cx="9136808" cy="514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93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By</a:t>
            </a:r>
            <a:br>
              <a:rPr lang="en-US" dirty="0"/>
            </a:br>
            <a:r>
              <a:rPr lang="en-US" dirty="0"/>
              <a:t>Suricha Sinha</a:t>
            </a:r>
          </a:p>
          <a:p>
            <a:r>
              <a:rPr lang="en-US" dirty="0"/>
              <a:t>[12320713]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59</TotalTime>
  <Words>78</Words>
  <Application>Microsoft Office PowerPoint</Application>
  <PresentationFormat>Widescreen</PresentationFormat>
  <Paragraphs>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Narrow</vt:lpstr>
      <vt:lpstr>Calibri</vt:lpstr>
      <vt:lpstr>Franklin Gothic Book</vt:lpstr>
      <vt:lpstr>Franklin Gothic Demi</vt:lpstr>
      <vt:lpstr>Custom</vt:lpstr>
      <vt:lpstr>Seat Management System</vt:lpstr>
      <vt:lpstr>Tech Stacks</vt:lpstr>
      <vt:lpstr>Collections</vt:lpstr>
      <vt:lpstr>Sign In</vt:lpstr>
      <vt:lpstr>Dashboard</vt:lpstr>
      <vt:lpstr>Dashboard</vt:lpstr>
      <vt:lpstr>Confirm Booking</vt:lpstr>
      <vt:lpstr>Bookings Page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Suricha Sinha</dc:creator>
  <cp:lastModifiedBy>Suricha Sinha</cp:lastModifiedBy>
  <cp:revision>2</cp:revision>
  <dcterms:created xsi:type="dcterms:W3CDTF">2026-02-26T09:45:24Z</dcterms:created>
  <dcterms:modified xsi:type="dcterms:W3CDTF">2026-02-26T13:39:31Z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